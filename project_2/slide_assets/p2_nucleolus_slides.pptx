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(n=3): Nucleolus Geometry &amp; Cost Function Validation</a:t>
            </a:r>
            <a:endParaRPr lang="en-US" sz="2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coalitions · perfect anti-correlation · seed=238 · C(N)=122.28</a:t>
            </a:r>
            <a:endParaRPr lang="en-US" sz="2200" dirty="0"/>
          </a:p>
        </p:txBody>
      </p:sp>
      <p:pic>
        <p:nvPicPr>
          <p:cNvPr id="3" name="Image 0" descr="/sessions/ecstatic-beautiful-albattani/mnt/outputs/network_n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2651760" cy="2377440"/>
          </a:xfrm>
          <a:prstGeom prst="rect">
            <a:avLst/>
          </a:prstGeom>
        </p:spPr>
      </p:pic>
      <p:pic>
        <p:nvPicPr>
          <p:cNvPr id="4" name="Image 1" descr="/sessions/ecstatic-beautiful-albattani/mnt/outputs/core_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868680"/>
            <a:ext cx="3291840" cy="2743200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868680"/>
          <a:ext cx="2423160" cy="2468880"/>
        </p:xfrm>
        <a:graphic>
          <a:graphicData uri="http://schemas.openxmlformats.org/drawingml/2006/table">
            <a:tbl>
              <a:tblPr/>
              <a:tblGrid>
                <a:gridCol w="594360"/>
                <a:gridCol w="640080"/>
                <a:gridCol w="594360"/>
                <a:gridCol w="594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{2}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{3}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{1,2}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{1,3}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{2,3}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{N}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274320" y="36576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Nucleolus x*  (sum = C(N) = 122.28)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x₁ = 52.81  (43.2%)     x₂ = 55.45  (45.3%)     x₃ = 14.01  (11.5%)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LP iterations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iter 1 | ε* = 12.69 | 3 tight  ({3}, {1,2}, {2,3})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iter 2 | ε* = 25.37 | 1 tight  ({2})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iter 3 | ε* = 49.69 | 1 tight  ({1,3}; {1} non-binding e=58.91)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5212080" y="3657600"/>
            <a:ext cx="3703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LP correct: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C({i}) = INV(0,i) for all singletons (direct line is optimal).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Anti-correlation savings: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ΣC({i}) − C(N) = 96.96.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Core-stable: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coalition's excess ≥ ε*₁ = 12.69; x* lies at the deepest θ in the core.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= ΣC({i}) − C(s)   |   excess = C(s) − x*(s)   |   red = tight at ε*₁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(n=10): Nucleolus across 1024 Coalitions</a:t>
            </a:r>
            <a:endParaRPr lang="en-US" sz="2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nodes · 55 lines · 1022 proper coalitions · C(N)=184.50</a:t>
            </a:r>
            <a:endParaRPr lang="en-US" sz="2200" dirty="0"/>
          </a:p>
        </p:txBody>
      </p:sp>
      <p:pic>
        <p:nvPicPr>
          <p:cNvPr id="3" name="Image 0" descr="/sessions/ecstatic-beautiful-albattani/mnt/outputs/network_n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023360" cy="2743200"/>
          </a:xfrm>
          <a:prstGeom prst="rect">
            <a:avLst/>
          </a:prstGeom>
        </p:spPr>
      </p:pic>
      <p:pic>
        <p:nvPicPr>
          <p:cNvPr id="4" name="Image 1" descr="/sessions/ecstatic-beautiful-albattani/mnt/outputs/sorted_excess_n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4343400" cy="2743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3703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Nucleolus x*  (sum = C(N) = 184.50, sorted by share)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p6  35.16 (19.1%)   p4  26.45 (14.3%)   p9  24.58 (13.3%)   p8  22.24 (12.1%)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p2  14.60 ( 7.9%)   p5  12.67 ( 6.9%)   p1  12.58 ( 6.8%)   p10 12.25 ( 6.6%)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p3  12.15 ( 6.6%)   p7  11.81 ( 6.4%)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212080" y="370332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LP iterations  &amp;  takeaways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it1:  ε*=11.81  (10 tight — all singletons bind first)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it2..9: ε climbs 14.03 → 23.53  (1 coalition / step)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it10: ε*=23.63  (33 tight; 971 non-binding remain)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Anti-correlation savings: ΣC({i}) − C(N) = 634.08.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nodes (6,4,9,8) pay most; nodes near substation (3,7,10) pay least.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P2: Nucleolus Cost Allocation</dc:title>
  <dc:subject>PptxGenJS Presentation</dc:subject>
  <dc:creator>Henry Daniels-Koch</dc:creator>
  <cp:lastModifiedBy>Henry Daniels-Koch</cp:lastModifiedBy>
  <cp:revision>1</cp:revision>
  <dcterms:created xsi:type="dcterms:W3CDTF">2026-05-05T05:05:12Z</dcterms:created>
  <dcterms:modified xsi:type="dcterms:W3CDTF">2026-05-05T05:05:12Z</dcterms:modified>
</cp:coreProperties>
</file>